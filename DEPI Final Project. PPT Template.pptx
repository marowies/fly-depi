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54738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753848"/>
            <a:ext cx="10382435" cy="4169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1: Cover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Project Title: [Insert Project Title]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Presenter's Name: [Your Name]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Date: [Date of Presentation]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2: Project Idea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Brief description of the problem being solved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proposed solution (high-level idea)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Unique value proposition (Explain what makes your project stand out)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Slide3: Project Wireframe </a:t>
            </a:r>
            <a:endParaRPr sz="2000" b="0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Visual representation of key user interfaces (e.g., homepage, dashboard)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user journey (from onboarding to core features) |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for software groups only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Focus on usability and user experience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11/30/25</a:t>
            </a:r>
            <a:endParaRPr dirty="0"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4: End Users + Features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Define primary user personas (e.g., individuals, businesses,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features that address user needs (list the most critical functionalities)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Explain how the features solve the problems of each end-user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5: Data Structure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Description of the database architecture (e.g., relational, non-relational)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entities and relationships between data points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Data flow (how data is collected, stored, and accessed). </a:t>
            </a:r>
            <a:r>
              <a:rPr lang="en-US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*Note: If you used CSV file, describe the features, the shape of data, balanced or not, used techniques, etc..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Final 6: Programming Languages + Frameworks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the main programming languages used (e.g., Python, JavaScript)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Highlight frameworks/tools used (e.g., Django, React)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Mention any supporting technologies (e.g., APIs, cloud platforms)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1E5390B-B48C-13AC-3A51-0E29BA8D346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7: Live Application + Test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Overview of the current state of the live application (beta/production)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Key testing phases (unit testing, integration testing, user testing)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Feedback from users or quality assurance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8: Deliverables (Reports, etc.)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List of reports and documentation to be provided (e.g., technical specs, user manuals)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Timeline for deliverables (milestones and deadlines)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Other final products (e.g., working app, source code repository)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9: Project Team + Roles</a:t>
            </a:r>
            <a:endParaRPr sz="18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core team members and their roles (e.g., developers, UX designers)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responsibilities for each team member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methods (e.g., communication tools, agile methodologies)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4158FA-5A66-DD71-FB0E-0599E12140E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Please follow Presentation Instructions:</a:t>
            </a:r>
            <a:endParaRPr sz="2400" b="1" i="0" u="none" strike="noStrike" cap="none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Slide 10: Thank You 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Contact information for follow-up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Invitation for questions or feedback</a:t>
            </a:r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46" name="Google Shape;146;p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23665" y="1347629"/>
            <a:ext cx="311168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MANDATORY</a:t>
            </a:r>
            <a:r>
              <a:rPr lang="en-US" sz="2200" b="1" i="0" u="none" strike="noStrike" cap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</a:t>
            </a:r>
            <a:endParaRPr/>
          </a:p>
        </p:txBody>
      </p:sp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r="37210"/>
          <a:stretch/>
        </p:blipFill>
        <p:spPr>
          <a:xfrm>
            <a:off x="3581401" y="833618"/>
            <a:ext cx="3259238" cy="51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863564" y="2013995"/>
            <a:ext cx="10118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#047954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4843718" y="3139510"/>
            <a:ext cx="10515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#0FAB7D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854747" y="4212613"/>
            <a:ext cx="1029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#336EA8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63564" y="5141039"/>
            <a:ext cx="10534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#D7B119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317315" y="1754630"/>
            <a:ext cx="2743200" cy="1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This is the official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color scheme for DEPI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Arial"/>
              <a:buNone/>
            </a:pPr>
            <a:r>
              <a:rPr lang="en-US" sz="2000" b="1" u="none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Feel free To use it  </a:t>
            </a:r>
            <a:endParaRPr sz="2000" b="1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3780D9-C96C-A177-A872-B92ACFDD129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869" y="1603947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1F1AEC-48E9-F4E8-B40E-4B2E0BCA40B2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197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4564954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316174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26052" y="1758532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758532"/>
            <a:ext cx="4196424" cy="827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485</Words>
  <Application>Microsoft Office PowerPoint</Application>
  <PresentationFormat>Widescreen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Open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محمد اشرف عبدالله مطر</cp:lastModifiedBy>
  <cp:revision>3</cp:revision>
  <dcterms:created xsi:type="dcterms:W3CDTF">2024-03-14T10:03:54Z</dcterms:created>
  <dcterms:modified xsi:type="dcterms:W3CDTF">2025-11-29T18:21:05Z</dcterms:modified>
</cp:coreProperties>
</file>